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nod. Don't oversell. Ask: 'Which of these sounds like your Tuesday?'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Highlight: nurse audit trail visible — owner can verify who sent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is the most reliable revenue lever in dentistry. Until now, it was a nurse's memory + a sticky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Attendance % colour-coded: green ≥85, amber ≥70, red below. Surfaces underperformance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Owners love this. They finally know who's actually working vs who's coasting.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decide working-hour changes or which doctor needs a Saturday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stare for 10 seconds. Don't walk through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close on this slide. Ask if they have 30 seconds to try the demo on their phone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 i="0">
                <a:solidFill>
                  <a:srgbClr val="1B2A4A"/>
                </a:solidFill>
                <a:latin typeface="Georgia"/>
              </a:rPr>
              <a:t>kanan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43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9A227"/>
                </a:solidFill>
                <a:latin typeface="Helvetica"/>
              </a:rPr>
              <a:t>your trusted right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1B2A4A"/>
                </a:solidFill>
                <a:latin typeface="Helvetica"/>
              </a:rPr>
              <a:t>A booking system built for Malaysian dental clinics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Helvetica"/>
              </a:rPr>
              <a:t>by Kanan Digital Enterprise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4F1EA"/>
                </a:solidFill>
                <a:latin typeface="Helvetica"/>
              </a:rPr>
              <a:t>kanan.my   ·   hello@kanan.my   ·   WhatsApp +60 12-347 8126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Short-staffed and stretched thin?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Most days end the same way at a small dental clinic.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50+ WhatsApp messages a day — just to confirm and remind appointments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A no-show wastes a 1-hour slot, and the patient never paid a deposit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The owner has no idea who's busy and who's coasting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Patient records: half in a notebook, half in a Sheet, half in someone's head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When anyone takes leave, the schedule unravels for a week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We've been there. So we built the right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3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2E4374"/>
                </a:solidFill>
                <a:latin typeface="Helvetica"/>
              </a:rPr>
              <a:t>Kanan ("KAH-nahn") means right in Malay — as in right hand. The dependable hand on the right side of your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6687" y="3291840"/>
            <a:ext cx="45720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7490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6687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[Founder name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6687" y="49834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3291840"/>
            <a:ext cx="45720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37490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[Founder name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9834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1B2A4A"/>
                </a:solidFill>
                <a:latin typeface="Helvetica"/>
              </a:rPr>
              <a:t>A Malaysian software studio. We build for the businesses around us — not for venture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One product. The whole booking lifecycle.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Patient self-books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via your /book page. EN · 中文 · BM.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7738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Nurse runs the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738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Pending queue, WhatsApp, reminders, recall.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8276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Owner sees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Bookings, performance, audit log.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12772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B2A4A"/>
                </a:solidFill>
                <a:latin typeface="Helvetica"/>
              </a:rPr>
              <a:t>All three views, one shared database. No double entry, no copy-paste between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Patient self-books, no phone tag.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Identity first, then they pick book / reschedule / cancel.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Mobile-first form. 4 taps to a request.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Language toggle: EN · 中文 · BM (name input stays Romanized for IC)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5-week future window. Real-time slot availability — no fake slots.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Submissions land in your nurse's queue, never directly on the calendar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Branded with your clinic's logo + colours, not Kanan's</a:t>
            </a:r>
          </a:p>
        </p:txBody>
      </p:sp>
      <p:pic>
        <p:nvPicPr>
          <p:cNvPr id="9" name="Picture 8" descr="mock_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Owner dashboard — a clinic you can actually see.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This week + today's bookings + recent activity, one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6 / 22</a:t>
            </a:r>
          </a:p>
        </p:txBody>
      </p:sp>
      <p:pic>
        <p:nvPicPr>
          <p:cNvPr id="8" name="Picture 7" descr="mock_overview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Staff management with hard seat caps.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Your plan defines what you can grow to. Top-up out-of-band when you need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Live seat meters show capacity at a glance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Server-side enforcement — adding a 3rd doctor on Standard fails with a clear message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Deactivated staff don't consume seats — leave handling is free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Top-up via WhatsApp: 'Add 2 more nurses' — no forced tier upgrade</a:t>
            </a:r>
          </a:p>
        </p:txBody>
      </p:sp>
      <p:pic>
        <p:nvPicPr>
          <p:cNvPr id="9" name="Picture 8" descr="mock_staff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Pending queue — one click to confirm.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Patient requests land here for nurse review. Never directly on the calendar.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8 / 22</a:t>
            </a:r>
          </a:p>
        </p:txBody>
      </p:sp>
      <p:pic>
        <p:nvPicPr>
          <p:cNvPr id="8" name="Picture 7" descr="mock_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Tomorrow's reminders, pre-written.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Click 'Send' — WhatsApp opens with the message + slot already 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9 / 22</a:t>
            </a:r>
          </a:p>
        </p:txBody>
      </p:sp>
      <p:pic>
        <p:nvPicPr>
          <p:cNvPr id="8" name="Picture 7" descr="mock_remin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6-month recall — automatically surfaced.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Every patient overdue for a checkup appears here, sorted by how overdue.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10 / 22</a:t>
            </a:r>
          </a:p>
        </p:txBody>
      </p:sp>
      <p:pic>
        <p:nvPicPr>
          <p:cNvPr id="8" name="Picture 7" descr="mock_re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WhatsApp templates — owner-editable.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6 templates: check, confirm, reject, cancel, reminder,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11 / 22</a:t>
            </a:r>
          </a:p>
        </p:txBody>
      </p:sp>
      <p:pic>
        <p:nvPicPr>
          <p:cNvPr id="8" name="Picture 7" descr="mock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Duty calendar — Standard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Doctor schedules at a glance. Leaves shown in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12 / 22</a:t>
            </a:r>
          </a:p>
        </p:txBody>
      </p:sp>
      <p:pic>
        <p:nvPicPr>
          <p:cNvPr id="8" name="Picture 7" descr="mock_duty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4F1EA"/>
                </a:solidFill>
                <a:latin typeface="Helvetica"/>
              </a:rPr>
              <a:t>What you unlock with Premium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9A227"/>
                </a:solidFill>
                <a:latin typeface="Helvetica"/>
              </a:rPr>
              <a:t>Nurse duty · doctor + nurse performance · utilization · audit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4F1EA"/>
                </a:solidFill>
                <a:latin typeface="Helvetica"/>
              </a:rPr>
              <a:t>+ larger seat caps · roadmap items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E3C76A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E3C76A"/>
                </a:solidFill>
                <a:latin typeface="Helvetic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Duty calendar — Premium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Both doctors AND nurses on one calendar. Role badges for clarity.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14 / 22</a:t>
            </a:r>
          </a:p>
        </p:txBody>
      </p:sp>
      <p:pic>
        <p:nvPicPr>
          <p:cNvPr id="10" name="Picture 9" descr="mock_duty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Doctor performance — who's earning your chair-time.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Per-doctor attendance + no-show metrics, last 7 / 30 / 90 / 180 days.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15 / 22</a:t>
            </a:r>
          </a:p>
        </p:txBody>
      </p:sp>
      <p:pic>
        <p:nvPicPr>
          <p:cNvPr id="10" name="Picture 9" descr="mock_doctor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Nurse performance — derived from the audit 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Every approval, reminder, recall and attendance mark, attributed.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16 / 22</a:t>
            </a:r>
          </a:p>
        </p:txBody>
      </p:sp>
      <p:pic>
        <p:nvPicPr>
          <p:cNvPr id="10" name="Picture 9" descr="mock_nurse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Chair utilization — when are you actually full?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Heatmap of confirmed bookings by weekday × hour.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17 / 22</a:t>
            </a:r>
          </a:p>
        </p:txBody>
      </p:sp>
      <p:pic>
        <p:nvPicPr>
          <p:cNvPr id="10" name="Picture 9" descr="mock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Seat top-ups — when you grow within your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You don't have to upgrade to add one more doctor or nurse.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18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56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Hit your 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You try to add a 3rd doctor while on Standard (2-doctor cap).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Server rejects with: "Seat limit reached — your plan allows 2 doctors."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Tell us on WhatsApp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36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One message: "Hi Kanan, please add 1 more doctor seat."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We respond within hours during MY business time. No paperwork.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184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Pay only for what you add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Per-seat top-up: RM 30/mo per extra doctor, RM 20/mo per nurse.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84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Far cheaper than forcing a full Premium upgrade.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B45309"/>
                </a:solidFill>
                <a:latin typeface="Helvetica"/>
              </a:rPr>
              <a:t>💡 Top-up pricing is indicative — confirm during commercial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Standard vs Premium —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Both single-clinic. Franchise is parked until you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828800"/>
            <a:ext cx="5029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5029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4F1EA"/>
                </a:solidFill>
                <a:latin typeface="Helvetica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828800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82880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4F1EA"/>
                </a:solidFill>
                <a:latin typeface="Helvetica"/>
              </a:rPr>
              <a:t>Standard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828800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82880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4F1EA"/>
                </a:solidFill>
                <a:latin typeface="Helvetica"/>
              </a:rPr>
              <a:t>Premium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12140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Monthly price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12140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12140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RM 150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12140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212140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RM 280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41401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241401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Owner / Doctor / Nurse seats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241401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53328" y="241401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1 / 2 /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41401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96528" y="241401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1 / 4 / 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2706624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270662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Per-seat top-up available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70662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53328" y="270662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0" y="270662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96528" y="270662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2999232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" y="2999232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Patient self-book + WhatsApp templates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2999232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299923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999232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299923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3291840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" y="3291840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Recall reminders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291840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329184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3291840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96528" y="329184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3584448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" y="358444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Duty calendar — doctors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584448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53328" y="358444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3584448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528" y="358444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77056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" y="387705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Duty calendar — nurses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3877056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53328" y="387705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3877056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96528" y="387705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169664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" y="416966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Doctor performance analytics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4169664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53328" y="416966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4169664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416966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462272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" y="4462272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Nurse performance analytics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4462272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53328" y="446227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4462272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96528" y="446227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4754880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" y="4754880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Chair utilization heatmap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0" y="4754880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53328" y="475488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0" y="4754880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96528" y="475488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5047488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" y="504748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Audit log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0" y="504748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3328" y="504748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86800" y="504748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96528" y="504748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534009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" y="534009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CSV backup + email backup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0" y="534009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053328" y="534009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686800" y="534009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796528" y="534009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5632704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" y="563270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Branding (logo + colours)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0" y="563270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53328" y="563270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86800" y="563270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96528" y="563270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Start to finish — no surprises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20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Talk to our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WhatsApp or quick call.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5103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73703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Schedule a discussion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Longer working session, your 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1606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Workflow &amp; framework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Map ops + where software 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909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49509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9509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9509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Proposal &amp; strategic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9509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1-page scope, timeline, price.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Working prototype on your real data.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5103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73703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3703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3703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Commercial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3703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Full commercial agreed.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3006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61606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6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6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Setup &amp;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6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Go-live, team trained.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20909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49509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9509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09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Done — and still 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9509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Support continues. No ghosting.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Your data stays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Trust before technology.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21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772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Hosted in Malaysia wherever possible (Supabase + Vercel)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PDPA-aware — patient data export any time, schema visible on request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We don't train external AI models on your operational data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CSV backup any day. Daily auto-email backup if you want it.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Sterilization log, X-rays, treatment notes stay in your EMR — not in our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Kanan Digital Enterprise (SSM Enterprise registration in progress) · Kuala Lumpur, Malaysia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Try the demos. Set up in 4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22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929487" y="182880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9487" y="1828800"/>
            <a:ext cx="5029200" cy="137160"/>
          </a:xfrm>
          <a:prstGeom prst="rect">
            <a:avLst/>
          </a:prstGeom>
          <a:solidFill>
            <a:srgbClr val="2E4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487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Standard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Helvetica"/>
              </a:rPr>
              <a:t>standard-demo.kanan.my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3200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150/month · 2 doctors · 3 nurses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82880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828800"/>
            <a:ext cx="5029200" cy="1371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Premium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Helvetica"/>
              </a:rPr>
              <a:t>premium-demo.kanan.my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3200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280/month · 4 doctors · 6 nurses · analytics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12191695" cy="1828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1">
                <a:solidFill>
                  <a:srgbClr val="F4F1EA"/>
                </a:solidFill>
                <a:latin typeface="Helvetica"/>
              </a:rPr>
              <a:t>Hi Kanan team — I'd like to enquire.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E3C76A"/>
                </a:solidFill>
                <a:latin typeface="Helvetica"/>
              </a:rPr>
              <a:t>WhatsApp +60 12-347 8126   ·   hello@kanan.my   ·   kanan.my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4F1EA"/>
                </a:solidFill>
                <a:latin typeface="Helvetica"/>
              </a:rPr>
              <a:t>Kanan Digital Enterprise — your trusted right hand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